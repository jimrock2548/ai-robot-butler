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รายงานตามคอมเมนต์อาจารย์ 13 ข้อ รอบนี้ทำเฉพาะงานที่ไม่ต้องเชื่อมต่อหุ่น ใช้ Mock แยกพอร์ต และไม่อ้างว่าผ่านการเดินหรือทดสอบเสียงจริง เน้นบริการนำทางที่มีเจ้าหน้าที่ช่วยดูแล ข้อ 3 ใช้แนวหน้าจอบริการปุ่มใหญ่และตัวละคร เป็นร่างที่ยังรอภาพอ้างอิงตี๋น้อย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หน้าจอผู้ใช้ปรับเป็นผู้ช่วยนำทาง มีตัวละครที่วาดด้วย CSS ปุ่มจุดหมายขนาดใหญ่ ช่องสนทนาและเครื่องมือเสียง ภาพนี้ถ่ายจากชุด Mock จริง ไม่ใช่ผลหุ่นยนต์จริง ข้อความนอกขอบเขตแจ้งทำไม่ได้โดยไม่สร้างงาน</a:t>
            </a:r>
          </a:p>
          <a:p/>
          <a:p>
            <a:r>
              <a:t>หลักฐาน: apps/kiosk/src/app/kiosk/ChatFlow.tsx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และ Operator เห็น user/assistant/staff ผ่าน SSE เจ้าหน้าที่รับช่วงได้คนเดียวในแต่ละ session การรับช่วง abort คำตอบ AI ที่ค้างและคำสั่งที่ยังไม่ dispatch แต่ไม่ยกเลิกการเดินที่เริ่มไปแล้ว ต้องใช้ปุ่มหยุดงาน ข้อความเจ้าหน้าที่ปรากฏที่ Robot Interface ในรอบ polling ประมาณหนึ่งวินาที และอ่านด้วย TTS ได้</a:t>
            </a:r>
          </a:p>
          <a:p/>
          <a:p>
            <a:r>
              <a:t>หลักฐาน: routes/reception.ts; services/receptionService.ts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คลังแผนที่แยก ID เก็บชื่อ ขนาด POI และจุดประจำของแต่ละสถานที่ นำเข้าและส่งออก JSON ได้ มี preview จุดประจำ และเตรียม returnPolicy manual/after_job ยังไม่ได้อัปโหลด stcm สลับ SLAM จริง หรือสั่งกลับจุดประจำอัตโนมัติ</a:t>
            </a:r>
          </a:p>
          <a:p/>
          <a:p>
            <a:r>
              <a:t>หลักฐาน: routes/mapLibrary.ts; map-library/page.tsx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กดพูดหรือฟังคำเรียก ผ่าน browser STT ตรวจคำเรียกจาก transcript ไม่ใช่ wake model offline เมื่อได้ยินคำเรียกอย่างเดียวให้เวลาคำสั่งถัดไป 8 วินาที ข้อความถูกแสดงก่อนและต้องกดส่ง TTS ปิดการฟังก่อนพูดและไม่เปิดไมค์ต่อเอง เสียงทดสอบใน browser integration เป็น stub ยังไม่ได้วัดไมค์จริง ภาษาไทยอาจต้องติดตั้งชุดเสียง และ browser STT บางรุ่นใช้อินเทอร์เน็ต</a:t>
            </a:r>
          </a:p>
          <a:p/>
          <a:p>
            <a:r>
              <a:t>หลักฐาน: browserVoice.ts; packages/shared/src/voice.ts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ตัวอย่างย่อจากโค้ดจริง normalize ใช้ Unicode NFC แปลงตัวเล็กและยุบช่องว่าง จากนั้น regex negative จับคำปฏิเสธก่อนกฎคำขอ ไม่ได้ใช้ระบบตัดคำภาษาไทยเป็น token เครื่องหมาย | คือทางเลือก ^ คือขึ้นต้น และวงเล็บจัดกลุ่ม ขั้นตอนนี้จึงไม่ส่ง “อย่าพาไปห้องประชุม” เป็นคำสั่งเดิน ข้อความในสไลด์เป็น excerpts ไม่ใช่ฟังก์ชันเต็ม</a:t>
            </a:r>
          </a:p>
          <a:p/>
          <a:p>
            <a:r>
              <a:t>หลักฐาน: services/robotLanguage.ts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กฎคำขอใช้ regex ที่ขึ้นต้นและมีคำสุภาพเป็น optional เช่น ช่วยพาไปห้องประชุม ระบบจับชื่อและ alias จาก catalog จริง ใช้ชื่อที่เฉพาะเจาะจงกว่าชื่อย่อย ถ้าชื่อซ้ำหรือกำกวมให้เลือกใหม่ จำกัดคำขอธุรกรรม เช่น เรียกแท็กซี่ โดยตอบนอกขอบเขตก่อนเรียกโมเดล และไม่สร้างงาน ตัวอย่าง regex บนสไลด์เป็น excerpt จากนิยาม request ที่ยาวกว่า</a:t>
            </a:r>
          </a:p>
          <a:p/>
          <a:p>
            <a:r>
              <a:t>หลักฐาน: services/robotLanguage.ts; services/navigationScope.ts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Backend tests ผ่าน 58 รายการ Typecheck ผ่านทั้งสามแอป การทดสอบ browser ใช้ Chrome headless และจำลอง SpeechRecognition/SpeechSynthesis ตรวจ wake gate UI, แชตสด, staff reply และหน้าจอจอเล็ก ไม่มีไมค์จริงหรือ API หุ่นจริง PostgreSQL ตรวจด้วย connection อีกตัวหลัง disconnect และล้างเฉพาะข้อมูลทดสอบที่สร้าง</a:t>
            </a:r>
          </a:p>
          <a:p/>
          <a:p>
            <a:r>
              <a:t>หลักฐาน: reports/offline-reception/browser-validation.json; storage-validation.json; backend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นำแผน field-test-plan ไปนัดพี่ปลั๊ก ตรวจ POI CRUD และลิงก์ก่อนเดิน จากนั้นนำทาง หยุด กลับแท่น สลับแผนที่ และจุดประจำ ทดสอบเสียงไทยกับไมค์และลำโพงจริง วัดความแม่นยำและเวลาตอบ เก็บคลิปและผลทีละกรณี ยังไม่ใช้ผลจำลองปิดงานอุปกรณ์จริง</a:t>
            </a:r>
          </a:p>
          <a:p/>
          <a:p>
            <a:r>
              <a:t>หลักฐาน: docs/field-test-plan.md; docs/offline-reception.md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PROGRESS · 19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หุ่นบริการนำทาง: ความคืบหน้าบน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01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159000"/>
            <a:ext cx="10795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48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นำทาง · สนทนา · เจ้าหน้าที่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492500"/>
            <a:ext cx="10795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Website: แชตสด / รับช่วง / คลังแผนที่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AI: ขอบเขตนำทาง / รับเสียง / คำเรียก / พูดตอบ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84800"/>
            <a:ext cx="1079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ผล PC และ Mock เท่านั้น · การตรวจรับหุ่นจริงยังรอดำเนินการ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01 ·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Website: Robot Interface พร้อมทดลอง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7366000" cy="40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bot-interface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366000" cy="406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55000" y="2209800"/>
            <a:ext cx="33020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เลือกจุดหมายได้เร็ว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พิมพ์หรือรับเสียงก่อนส่ง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เห็นชัดว่า AI หรือเจ้าหน้าที่ตอบ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รองรับจอเล็กด้วย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02 · WEBSITE / STAFF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Website: Admin เห็นแชตและรับช่วงได้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7366000" cy="40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live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366000" cy="406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55000" y="2209800"/>
            <a:ext cx="33020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รับช่วง → AI หยุดตอบ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ส่งข้อความถึงหน้าจอหุ่น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คืนให้ AI เมื่อพร้อม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บันทึกย้อนหลังใน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03 · MAP LIBRARY / STANDBY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Website: หลายสถานที่และจุดประจำ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7366000" cy="40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-library-stand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366000" cy="406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55000" y="2209800"/>
            <a:ext cx="33020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บันทึก / แก้ / เลือกแสดง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POI แยกตามแผนที่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กำหนดจุดยืนรอ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ยังรอเชื่อมการสลับ SLAM จริง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04 · STT / WAKE WORD / TTS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AI: รับเสียง เรียกชื่อ และพูดตอบ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108200"/>
            <a:ext cx="3505200" cy="24765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235200"/>
            <a:ext cx="3200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1. รับเสียง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68600"/>
            <a:ext cx="32004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กดพูด หรือเรียกชื่อก่อน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“สวัสดีเฮอร์มีส”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8200"/>
            <a:ext cx="3505200" cy="2476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800" y="2235200"/>
            <a:ext cx="3200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2. ตรวจข้อความ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2768600"/>
            <a:ext cx="32004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STT → ข้อความ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ตรวจแล้วกดส่ง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108200"/>
            <a:ext cx="3505200" cy="2476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35200"/>
            <a:ext cx="3200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3. ตอบกลับ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68600"/>
            <a:ext cx="32004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Rules / LLM / Backend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TTS อ่านคำตอบ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ต้นแบบบน PC · STT บางเบราว์เซอร์ใช้อินเทอร์เน็ต · ยังไม่ใช่เสียง local บน Jetson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05 · REAL CODE EXCERPTS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Method: Rules อ่านรูปประโยคอย่างไร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8500"/>
            <a:ext cx="10972800" cy="2794000"/>
          </a:xfrm>
          <a:prstGeom prst="roundRect">
            <a:avLst>
              <a:gd name="adj" fmla="val 10000"/>
            </a:avLst>
          </a:prstGeom>
          <a:solidFill>
            <a:srgbClr val="14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105156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text.normalize('NFC').toLocaleLowerCase()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    .replace(/\s+/g, ' ').trim();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// ตัวอย่างบางทางเลือกจาก negative regex: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const negative = /อย่า|ห้าม|ไม่ต้อง|ยังไม่/iu;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if (negative.test(value)) return { ...result, speechAct: 'negated' 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5041900"/>
            <a:ext cx="10541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“อย่าพาไปห้องประชุม” → negated → ไม่เริ่มนำทาง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06 · MATCH / CLARIFY /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Method: ชื่อจุดหมายและขอบเขตคำสั่ง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8500"/>
            <a:ext cx="10972800" cy="2413000"/>
          </a:xfrm>
          <a:prstGeom prst="roundRect">
            <a:avLst>
              <a:gd name="adj" fmla="val 10000"/>
            </a:avLst>
          </a:prstGeom>
          <a:solidFill>
            <a:srgbClr val="14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105156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// หนึ่ง branch จริงจาก request regex: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2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/^(?:please\s+)?(?:go|navigate|return)\s+to/iu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2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// ^ = ขึ้นต้น, (?:...) = กลุ่ม, ? = มีหรือไม่มีก็ได้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200" b="0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// | = ทางเลือก, \s+ = ช่องว่างอย่างน้อยหนึ่งตัว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4572000"/>
            <a:ext cx="10541000" cy="1231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8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“พาไปห้องนั้น” → ขอชื่อจุดหมาย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8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“เรียกแท็กซี่” → แจ้งทำไม่ได้ / ติดต่อเจ้าหน้าที่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07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ผลตรวจบนเครื่องและข้อจำกัด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8500"/>
            <a:ext cx="3429000" cy="330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717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30500"/>
            <a:ext cx="29718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58 tests ผ่าน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94100"/>
            <a:ext cx="29718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สิทธิ์ / scope / session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Wake gate / map isolation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TypeScript ผ่านทุกแอป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968500"/>
            <a:ext cx="3429000" cy="330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1717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730500"/>
            <a:ext cx="29718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5 flow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594100"/>
            <a:ext cx="29718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แชตสด / รับช่วง / TTS stub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Wake preview / map preview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ไม่มี runtime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1968500"/>
            <a:ext cx="3429000" cy="330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0" y="21717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2730500"/>
            <a:ext cx="29718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PostgreSQL ผ่าน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594100"/>
            <a:ext cx="29718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บันทึก chat / map / standby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อ่านหลัง reconnect ได้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ยังรอเสียงและหุ่นจริง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08 · FIELD TEST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ขั้นต่อไป: ทดสอบหน้างานและเก็บคลิป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OFFLINE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2032000"/>
            <a:ext cx="10541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1. ตรวจ POI / ลิงก์ / แผนที่ให้เสถียร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2. ทดสอบไปถึงจุด หยุด และกลับแท่นกับพี่ปลั๊ก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3. เชื่อมหลายแผนที่และกลับจุดประจำบนหุ่น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4. วัดเสียงไทย / Wake word / ความหน่วงบนอุปกรณ์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5. ถ่ายคลิปและสรุปผลตามเกณฑ์ที่ตกลง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ขอบเขตโครงงาน: หุ่นบริการนำทาง พร้อมเจ้าหน้าที่ช่วยดูแล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Robot Butler — Navigation Reception Progress — 19 October 2026</dc:title>
  <dc:subject/>
  <dc:creator>[กรอกชื่อผู้จัดทำ]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